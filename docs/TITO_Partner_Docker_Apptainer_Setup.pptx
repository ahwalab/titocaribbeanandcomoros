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TITO Setup — Docker vs Apptainer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8C9D9"/>
                </a:solidFill>
                <a:latin typeface="Calibri"/>
              </a:rPr>
              <a:t>Build on a Docker host once; partners run with one runtime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990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7A4C"/>
                </a:solidFill>
                <a:latin typeface="Calibri"/>
              </a:rPr>
              <a:t>A) Docker partner / Docker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1. Build everything: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   ./container-build.sh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→ tito:latest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→ ef5-container:latest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→ EF5/bin/ef5 (also built)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2. Put inputs in place: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basic/  parameters/  pet/  templates/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3. Run with Docker (see next slide)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EF5 = sibling container via docker.sock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577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7A8C"/>
                </a:solidFill>
                <a:latin typeface="Calibri"/>
              </a:rPr>
              <a:t>B) Apptainer / HPC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1. On Docker host: build + save TITO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(./container-build.sh already does this)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Copy archive + EF5/bin/ef5 to HPC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2. On HPC — convert TITO only: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   ./docker-to-apptainer.sh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→ tito.sif   (EF5 SIF not needed)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3. Confirm EF5 binary exists: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   ls -lh EF5/bin/ef5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(from ./EF5/docker/build_ef5_local.sh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  on Docker host — needs Docker)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4. Run with Apptainer (see next slide)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EF5 = local glibc binary (no nesting)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C"/>
                </a:solidFill>
                <a:latin typeface="Calibri"/>
              </a:rPr>
              <a:t>TITO Partner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B7C"/>
                </a:solidFill>
                <a:latin typeface="Calibri"/>
              </a:rP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How to Run TITO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8C9D9"/>
                </a:solidFill>
                <a:latin typeface="Calibri"/>
              </a:rPr>
              <a:t>Operational and Hindcast — Docker &amp; Apptainer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3000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19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># ═══════════════ DOCKER ═══════════════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>TITO_RUNTIME=docker ./tito-run.sh operational --regions Guatemala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>TITO_RUNTIME=docker ./tito-run.sh hindcast \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>    "2026-07-22 00:00" "2026-07-22 06:00" --regions Guatemala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># ═══════════════ APPTAINER / HPC ═══════════════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>TITO_RUNTIME=apptainer ./tito-run.sh operational --regions Guatemala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>TITO_RUNTIME=apptainer ./tito-run.sh hindcast \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6E4F0"/>
                </a:solidFill>
                <a:latin typeface="Consolas"/>
              </a:rPr>
              <a:t>    "2026-07-22 00:00" "2026-07-22 06:00" --regions Guatemala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C"/>
                </a:solidFill>
                <a:latin typeface="Calibri"/>
              </a:rPr>
              <a:t>TITO Partner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B7C"/>
                </a:solidFill>
                <a:latin typeface="Calibri"/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8C9D9"/>
                </a:solidFill>
                <a:latin typeface="Calibri"/>
              </a:rPr>
              <a:t>One product — pick the runtime you have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430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2C4A"/>
                </a:solidFill>
                <a:latin typeface="Calibri"/>
              </a:rPr>
              <a:t>Flow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Docker machine: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  ./container-build.sh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→ TITO_RUNTIME=docker ./tito-run.sh operational|hindcast …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Apptainer machine: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  ./docker-to-apptainer.sh          # tito.sif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bring EF5/bin/ef5 from Docker-host build_ef5_local.sh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  → TITO_RUNTIME=apptainer ./tito-run.sh operational|hindcast …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Partners need Docker OR Apptainer — not both.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C"/>
                </a:solidFill>
                <a:latin typeface="Calibri"/>
              </a:rPr>
              <a:t>TITO Partner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B7C"/>
                </a:solidFill>
                <a:latin typeface="Calibri"/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